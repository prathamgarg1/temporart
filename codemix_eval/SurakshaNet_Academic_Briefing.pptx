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CMI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Qwen MACD</c:v>
                  </c:pt>
                  <c:pt idx="1">
                    <c:v>Qwen HinGE</c:v>
                  </c:pt>
                  <c:pt idx="2">
                    <c:v>PAC</c:v>
                  </c:pt>
                  <c:pt idx="3">
                    <c:v>WAC</c:v>
                  </c:pt>
                  <c:pt idx="4">
                    <c:v>Humans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13.7</c:v>
                </c:pt>
                <c:pt idx="1">
                  <c:v>22.7</c:v>
                </c:pt>
                <c:pt idx="2">
                  <c:v>24.3</c:v>
                </c:pt>
                <c:pt idx="3">
                  <c:v>28.9</c:v>
                </c:pt>
                <c:pt idx="4">
                  <c:v>35.6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claim, not the stack. Poster is still the detector. Today is the missing Hinglish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relitigate the poster. The gap is the missing Roman Hinglish slice the use-case already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objection in one sentence: 'you called Qwen.' Answer: then we scored it on HinGE and froze a Hinglish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RQ. If they ask about WAC as the converter, that is Appendix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split: CMI on our data, BLEU/WER only on HinGE. Never dump WER on MACD.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Gates are why we do not swap in WAC/PAC: those have no slur preservation.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Mixed bag dropped because the mix got harder, not because Hindi got worse. Hindi improved.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CMI is a finding, not a bug we hid. Domain mismatch with HinGE humans.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we beat WAC. We match PAC on BLEU without English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result on purpose. Volume was not the bottleneck. Do not unfreeze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is short, skip to conclusions after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here for Q&amp;A. Do not advance to references unless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51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IIT Ropar  ·  guide briefing  ·  20 September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Gated Qwen3 conversion yields an </a:t>
            </a:r>
            <a:pPr indent="0" marL="0">
              <a:buNone/>
            </a:pPr>
            <a:r>
              <a:rPr lang="en-US" sz="3200" b="1" dirty="0">
                <a:solidFill>
                  <a:srgbClr val="C45C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84.4%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on-device Hinglish detector, with mixing still below human HinGE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5074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Aamod Jain*  ·  Pratham Garg*  ·  Geeta Yadav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Indian Institute of Technology Ropar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filed poster measured Hindi and English on-device — not Roman Hinglish.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Hindi Test 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58952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84.66%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58952" y="3246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−1.68 pp vs XLM-R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(not browser-deployable)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Hindi + English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53712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88.01%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53712" y="3246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B  ·  no Hinglish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split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92440" y="155448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device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48472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ms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348472" y="3246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113 MB INT8  ·  76% smaller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quant. loss &lt; 0.11%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80060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F6E8DF"/>
          </a:solidFill>
          <a:ln w="12700">
            <a:solidFill>
              <a:srgbClr val="F6E8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029200"/>
            <a:ext cx="10744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Hinglish is named in §1 as motivation. It is not a reported test slice. Train mass was 42,487 (MACD Hindi + Davidson 90%).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Poster Table 1; Gupta et al. (2022), NeurIPS — MACD XLM-R Hindi 86.34%.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Code-mixed abuse was the stated use-case, but we had no converter evaluation.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C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Traffic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651760" y="1554480"/>
            <a:ext cx="9052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 in India is Roman Hinglish, not Devanagari Hindi plus monolingual English.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C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Method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651760" y="2971800"/>
            <a:ext cx="9052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Calling Qwen3 is a method only if mixing, meaning, and abuse intensity are measured.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43891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C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51760" y="4389120"/>
            <a:ext cx="9052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BLEU / WER need human Hinglish references. MACD has none. HinGE does.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Srivastava &amp; Singh (2021), HinGE, Eval4NLP; Das &amp; Gambäck (2014), CMI.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ask whether a gated Hindi→Hinglish converter can be measured — without losing the edge detector.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11201400" cy="2468880"/>
          </a:xfrm>
          <a:prstGeom prst="roundRect">
            <a:avLst>
              <a:gd name="adj" fmla="val 296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10561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Qwen3-32B Hinglish, under abuse-preservation gates, be scored with HinGE metrics (CMI, BLEU, WER), and still support a browser MiniLM at ≥ poster Hindi accuracy?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201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Contribution: generation audit of the converter + a frozen Hinglish test slice. The MobiSys system claim (privacy, 28 ms, INT8) is unchanged.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convert MACD Hindi with gated Qwen3 and score mixing on HinGE, not on MACD.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MACD Hindi comments (ShareChat).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Generator 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Qwen3-32B, Roman Hinglish, Hindi matrix.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Detector 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MiniLM-L12-v2, INT8 ONNX, same Chrome path.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28600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Mixing 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CMI on 31,663 Qwen lines.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NLG 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BLEU / WER / TER vs HinGE humans (n=1,964).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Detection  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Frozen Hinglish test n=6,368. Never synth.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Gupta et al. (2022); Srivastava &amp; Singh (2021); sentence-transformers MiniLM-L12-v2.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rewrite is kept only if the insult and the script constraints both hold.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8288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5C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89.9%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58952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Abuse kept (label 0)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" y="3566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p_hinglish ≥ p_hindi − 0.15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still p ≥ 0.5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8288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5C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1,997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53712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Spike rows dropped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3712" y="3566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Label 1 rejected if p ≥ 0.5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&gt; hindi + 0.15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92440" y="155448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8288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5C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94.7%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48472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yield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48472" y="3566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Lexicon stems, Roman only,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model refusals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5394960"/>
            <a:ext cx="11201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Failures are quarantined, not force-included. HinGE scoring uses Hindi-only input — the same constraint as MACD.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INT8 Hinglish test accuracy is 84.4%; Hindi rises 0.48 pp versus the poster.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HINGLISH  ·  NEW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5C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84.36%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3337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INT8  ·  F1 84.3%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 = 6,368 frozen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ms unchanged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508760"/>
          <a:ext cx="7178040" cy="4526280"/>
        </p:xfrm>
        <a:graphic>
          <a:graphicData uri="http://schemas.openxmlformats.org/drawingml/2006/table">
            <a:tbl>
              <a:tblPr/>
              <a:tblGrid>
                <a:gridCol w="2331720"/>
                <a:gridCol w="2148840"/>
                <a:gridCol w="2697480"/>
              </a:tblGrid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Slice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Poster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After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F3F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Hindi Devanagari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84.66%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+0.48 → 85.14%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Hinglish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E8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C45C2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84.36%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E8D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English Davidson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 Test B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96.73%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Mixed bag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88.01% Hi+EN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86.54% +Hinglish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Train rows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42,487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58,929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INT8; Hindi 20,183 + Davidson 80/10/10 + Hinglish 18,920 / 6,375 / 6,368.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Mean CMI on 31,663 Qwen lines is 13.7 — well below HinGE human Hinglish (35.6).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1325880"/>
          <a:ext cx="7406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18120" y="1554480"/>
            <a:ext cx="3886200" cy="4434840"/>
          </a:xfrm>
          <a:prstGeom prst="roundRect">
            <a:avLst>
              <a:gd name="adj" fmla="val 1882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92440" y="17830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what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92440" y="21488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5C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13.7 vs 35.6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092440" y="292608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25% of MACD rewrites have CMI = 0 (romanized Hindi or English-only). 24% reach CMI ≥ 20. MACD is comments; HinGE annotators were instructed to mix.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CMI: Das &amp; Gambäck (2014). HinGE humans: Srivastava &amp; Singh (2021).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Qwen BLEU matches PAC on HinGE; WAC wins WER because it uses English parallel.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01400" cy="3520440"/>
        </p:xfrm>
        <a:graphic>
          <a:graphicData uri="http://schemas.openxmlformats.org/drawingml/2006/table">
            <a:tbl>
              <a:tblPr/>
              <a:tblGrid>
                <a:gridCol w="3794760"/>
                <a:gridCol w="1851660"/>
                <a:gridCol w="1851660"/>
                <a:gridCol w="1851660"/>
                <a:gridCol w="1851660"/>
              </a:tblGrid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System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CMI ↑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BLEU ↑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WER ↓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TER ↓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Human Hinglish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35.64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WAC (word swap)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28.88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0.164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0.651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0.744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PAC (phrase swap)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24.26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0.179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0.671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0.731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Qwen3-32B, Hindi-only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E8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22.68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E8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45C2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0.177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E8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0.713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E8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0.761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E8D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5212080"/>
            <a:ext cx="11201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Fair comparison: Qwen received Hindi only, matching MACD. WAC/PAC align English nouns/phrases into a Hindi matrix.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LingoIITGN/HinGE, n=1,964 accepted / 1,976. Paper Table 4 was 100 samples.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Cleaning and synthetic augmentation do not beat 84.4% on the frozen Hinglish test.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8952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18,920 Qwen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5C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84.36%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58952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Hinglish INT8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3977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Hindi 85.14%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Layer1 clean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53712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17,962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83.76%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53712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Hinglish INT8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3712" y="3977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Hindi 84.75%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−0.60 pp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155448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Layer1 + synth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48472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977 rows, w=0.5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48472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83.64%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348472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Hinglish INT8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48472" y="3977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Hindi 85.52%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Hinglish fell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5532120"/>
            <a:ext cx="11201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Frozen val: 507 FP / 528 FN. Largest bucket source_label_wrong = 497. Test was never unfrozen.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Qwen as the converter and WAC/PAC as baselines; the poster remains a detector.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73352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not replace Qwen with WAC/PAC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 need English parallel; MACD is Hindi-only. They have no slur gate.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82112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not dump WER on MACD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human Hinglish references exist there. HinGE is the NLG bench.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452628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690872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Poster inset, not a new thesis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516636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CMI 13.7, abuse kept 89.9%, HinGE BLEU 0.177, Hinglish INT8 84.4%.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Poster Hindi 84.66% → 85.14% INT8; new Hinglish slice 84.36% at 28 ms.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Gated Qwen conversion is measurable: yield 94%, abuse kept 89.9%, mean CMI 13.7.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HinGE, Qwen BLEU ≈ PAC; WAC remains the WER baseline (English parallel).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Clean/synth runs lost on frozen Hinglish test — we keep the shipped model.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Aamod Jain, Pratham Garg  ·  {2023csb1092, 2023csb1147, geeta}@iitrpr.ac.in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 in progress — feedback welcome. 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508760"/>
            <a:ext cx="11201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Das, A. &amp; Gambäck, B. (2014). Identifying languages at the word level in code-mixed Indian social media text. ICON.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Davidson, T. et al. (2017). Automated hate speech detection and the problem of offensive language. ICWSM.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Gupta, V. et al. (2022). Multilingual abusive comment detection at scale for Indic languages. NeurIPS, 35.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Jacob, B. et al. (2018). Quantization and training of neural networks for efficient integer-arithmetic-only inference. CVPR.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Srivastava, V. &amp; Singh, M. (2021). HinGE: A dataset for generation and evaluation of code-mixed Hinglish text. Eval4NLP.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Appendix A. Train / val / test protocol after the poster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2014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514600"/>
                <a:gridCol w="2468880"/>
                <a:gridCol w="210312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Hindi MACD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Davidson EN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Hinglish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Train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20,183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19,826 (80%)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18,920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58,929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6,728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2,478 (10%)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6,375 frozen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15,581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Test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6,728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2,479 (10%)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6,368 frozen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15,575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5029200"/>
            <a:ext cx="11201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A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Synth (977) and quarantine rescue never enter val/test. Labels: 0 = abusive, 1 = non-abusive.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Appendix B. Why WAC/PAC are not the production converter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201400" cy="4023360"/>
        </p:xfrm>
        <a:graphic>
          <a:graphicData uri="http://schemas.openxmlformats.org/drawingml/2006/table">
            <a:tbl>
              <a:tblPr/>
              <a:tblGrid>
                <a:gridCol w="3108960"/>
                <a:gridCol w="4046220"/>
                <a:gridCol w="404622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WAC / PAC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Qwen3 + gates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English parallel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Required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Not required (MACD)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Abuse preservation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None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Lexicon + ONNX Δ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Register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IIT-B news-like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ShareChat / chat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Role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HinGE baseline columns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A2A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 generator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292840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Hinglish conversion after the SurakshaNet poster</dc:title>
  <dc:subject>PptxGenJS Presentation</dc:subject>
  <dc:creator>Aamod Jain, Pratham Garg</dc:creator>
  <cp:lastModifiedBy>Aamod Jain, Pratham Garg</cp:lastModifiedBy>
  <cp:revision>1</cp:revision>
  <dcterms:created xsi:type="dcterms:W3CDTF">2026-09-20T08:07:55Z</dcterms:created>
  <dcterms:modified xsi:type="dcterms:W3CDTF">2026-09-20T08:07:55Z</dcterms:modified>
</cp:coreProperties>
</file>